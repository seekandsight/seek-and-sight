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92C98-5CE2-57EC-9E43-0E97065F1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4A8EB9-C715-BAAE-08BE-21A31E25C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FF6BA-3E5C-70AD-395A-5D097D8A1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056-3124-43EB-A2DF-2C187D286700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49928-48F8-E942-4891-76354EE9B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0EB00-07E6-0202-B5A9-64CB7D116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2534-41C4-4B4A-A370-92DD4B939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7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897C1-67B7-F25F-F071-00CB0A807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5FB87-4337-EAF6-3F50-5C903CB9D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45B0B-23E6-5700-67FA-8113E2F8E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056-3124-43EB-A2DF-2C187D286700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56228-304E-04B0-48B5-5167DBC60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21158-3794-F99F-6EC3-3862E354D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2534-41C4-4B4A-A370-92DD4B939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20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C541-EA6A-9250-CE1D-0F83067F7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6D3F3-B3CA-6B99-9B5F-5E98CD7D1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7099B-6D14-F44D-0441-C33454BB8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056-3124-43EB-A2DF-2C187D286700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A6CEC-E8D1-D4F6-74A2-2100A56F6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9FC02-10B8-7499-75E4-7CB12425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2534-41C4-4B4A-A370-92DD4B939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840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B111-F711-D619-1CA5-621EAE42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B1A8C-690B-D89F-555A-56A1DAA940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EED3C-6C4F-0250-CF6E-47A7F6783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5DDB3-50C4-1288-AD6E-1BEBB230E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056-3124-43EB-A2DF-2C187D286700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37B09-1D30-2860-222D-1747D7F1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263BF-77BF-EFB2-BF50-3394738BF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2534-41C4-4B4A-A370-92DD4B939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0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CE1D-E67F-0B78-9890-39ABFDFE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153D6-0A79-D24A-FABF-619AC3E9B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6FB55-9BF5-FC5A-D386-267DABDDB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FC40B4-58C1-3093-5C25-1551AE1A9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810B0-161B-5B73-4427-03131FAE8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943C3E-4498-F7B3-E198-C429E7B72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056-3124-43EB-A2DF-2C187D286700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AF4C4C-D8D1-BB54-C5DC-5E0C130AC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755F8-F738-D51D-C98E-98A66F8CC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2534-41C4-4B4A-A370-92DD4B939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276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7F20-8BEE-A03F-36CD-7C6DE2398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A50666-866B-CCF9-F2F6-22B4C9AC3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056-3124-43EB-A2DF-2C187D286700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A9E5E9-1BE5-1C6F-AA03-634992836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F50B5-5239-8D1D-98B6-C8E89C66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2534-41C4-4B4A-A370-92DD4B939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1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7CAE6-2D23-08B7-4961-04DFE8C0F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056-3124-43EB-A2DF-2C187D286700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E8DDF1-C086-1AF0-B785-6FD1874D9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8AD62-0F9E-DF25-72D5-19E4EEDA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2534-41C4-4B4A-A370-92DD4B939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74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A9D2-6AC6-2AF9-A074-FA71AB2FC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33CFA-652C-C31F-022B-6AE87A629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FED21-3371-8742-8790-EEA1DD8B4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37EE0-CCD6-9F88-A36B-8AEDD07F8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056-3124-43EB-A2DF-2C187D286700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7DFAF-3A50-7E90-EAB6-9BA411E5C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ADDA3-8523-F018-8ACA-8B72490F8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2534-41C4-4B4A-A370-92DD4B939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58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19B56-23DE-9F00-B7B8-2F6FD8C1E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9B8610-9690-528C-D95B-70574E7F6D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579A0-AAAB-C39A-ADB6-659FEAF99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1153E-F3FF-B0AB-D363-A3035C2E9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056-3124-43EB-A2DF-2C187D286700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26C1C-ED30-058B-BA62-BD5EDF4B6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83555-A674-4B86-AA3B-BF803227E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2534-41C4-4B4A-A370-92DD4B939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90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DE2B2-EB6A-944A-82AD-711C4518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2DD328-73B4-FAB2-A0AE-B08F746A5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3343E-DC6B-361D-C172-84AEF918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056-3124-43EB-A2DF-2C187D286700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1A04F-C17B-FC1D-27D4-86C6DC0A4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D1D5B-89B8-88CC-7494-CDE02C2F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2534-41C4-4B4A-A370-92DD4B939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49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C9DCD6-D231-BABA-EFB3-0CA7B4AA18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A0995-3FE0-37C7-E95C-82031E1A7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0EE91-FEA9-E0B4-EF2A-523768ED5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2056-3124-43EB-A2DF-2C187D286700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4A700-8FA1-17CC-4A5E-F62FE0521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0803F-50E7-8717-36D2-50B43154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2534-41C4-4B4A-A370-92DD4B939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9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77CD51-CDAA-6C08-BCE1-078EEDA58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29764-D64D-B17E-DAFC-468C2B15B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2FE04-2284-5A46-8E08-42CC26945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2056-3124-43EB-A2DF-2C187D286700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6961E-2236-5F17-163A-1BE596049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92188-5AB1-5D98-0C67-15711C886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42534-41C4-4B4A-A370-92DD4B939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71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F35F-410C-3C81-5C79-1052982E1E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Game Layout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87CA9-63BA-4796-0530-9D411F8434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Seek and Sight</a:t>
            </a:r>
          </a:p>
        </p:txBody>
      </p:sp>
    </p:spTree>
    <p:extLst>
      <p:ext uri="{BB962C8B-B14F-4D97-AF65-F5344CB8AC3E}">
        <p14:creationId xmlns:p14="http://schemas.microsoft.com/office/powerpoint/2010/main" val="3605652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C655-CB7D-BC42-7EBB-A243181C4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Drag and Drop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F0A84-D917-40E3-CD1F-76F439EB2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013"/>
            <a:ext cx="10515600" cy="4770950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0168AA-F5D6-8AA3-7BD8-47EBEE2158CB}"/>
              </a:ext>
            </a:extLst>
          </p:cNvPr>
          <p:cNvSpPr/>
          <p:nvPr/>
        </p:nvSpPr>
        <p:spPr>
          <a:xfrm>
            <a:off x="838200" y="1406013"/>
            <a:ext cx="4530213" cy="3864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Drag Area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006FA9-E4BC-25B6-82B8-43C482A61C83}"/>
              </a:ext>
            </a:extLst>
          </p:cNvPr>
          <p:cNvSpPr/>
          <p:nvPr/>
        </p:nvSpPr>
        <p:spPr>
          <a:xfrm>
            <a:off x="6811318" y="1410931"/>
            <a:ext cx="4530213" cy="3859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Drop Area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90C26A-676C-289D-A5FE-03BF0A603B54}"/>
              </a:ext>
            </a:extLst>
          </p:cNvPr>
          <p:cNvSpPr/>
          <p:nvPr/>
        </p:nvSpPr>
        <p:spPr>
          <a:xfrm>
            <a:off x="5456903" y="1636841"/>
            <a:ext cx="1258529" cy="73741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Goal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F1C4ED-9CD5-3DDA-4EC6-AEBB4A9C9BC0}"/>
              </a:ext>
            </a:extLst>
          </p:cNvPr>
          <p:cNvSpPr/>
          <p:nvPr/>
        </p:nvSpPr>
        <p:spPr>
          <a:xfrm>
            <a:off x="1111045" y="5476568"/>
            <a:ext cx="2605549" cy="5014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Menu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3F7B98-FF6A-0994-7DEA-E75570BD9D5D}"/>
              </a:ext>
            </a:extLst>
          </p:cNvPr>
          <p:cNvSpPr/>
          <p:nvPr/>
        </p:nvSpPr>
        <p:spPr>
          <a:xfrm>
            <a:off x="4783392" y="5472804"/>
            <a:ext cx="2605549" cy="5014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Timer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97A70F-8A38-3F00-5EC7-08855F82DCE8}"/>
              </a:ext>
            </a:extLst>
          </p:cNvPr>
          <p:cNvSpPr/>
          <p:nvPr/>
        </p:nvSpPr>
        <p:spPr>
          <a:xfrm>
            <a:off x="8475408" y="5472803"/>
            <a:ext cx="2605549" cy="5014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436738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5A85C-BF92-8150-BAFA-76EBCA7E7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Game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9AD7B-124B-7358-8FFF-1C07248E8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Mathland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Number Match!</a:t>
            </a:r>
          </a:p>
          <a:p>
            <a:pPr lvl="1"/>
            <a:r>
              <a:rPr lang="en-US" dirty="0"/>
              <a:t>Shape Match!</a:t>
            </a:r>
          </a:p>
          <a:p>
            <a:r>
              <a:rPr lang="en-US" dirty="0"/>
              <a:t>Engineer’s Workshop:</a:t>
            </a:r>
          </a:p>
          <a:p>
            <a:pPr lvl="1"/>
            <a:r>
              <a:rPr lang="en-US" dirty="0"/>
              <a:t>Building Tower!</a:t>
            </a:r>
          </a:p>
          <a:p>
            <a:pPr lvl="1"/>
            <a:r>
              <a:rPr lang="en-US" dirty="0"/>
              <a:t>Match the Tools!</a:t>
            </a:r>
          </a:p>
          <a:p>
            <a:pPr lvl="1"/>
            <a:r>
              <a:rPr lang="en-US" dirty="0"/>
              <a:t>Fix the Bridge!</a:t>
            </a:r>
          </a:p>
          <a:p>
            <a:r>
              <a:rPr lang="en-US" dirty="0"/>
              <a:t>Science Explorer:</a:t>
            </a:r>
          </a:p>
          <a:p>
            <a:pPr lvl="1"/>
            <a:r>
              <a:rPr lang="en-US" dirty="0"/>
              <a:t>Potion Mixing!</a:t>
            </a:r>
          </a:p>
          <a:p>
            <a:pPr lvl="1"/>
            <a:r>
              <a:rPr lang="en-US" dirty="0"/>
              <a:t>Plant Parts!</a:t>
            </a:r>
          </a:p>
          <a:p>
            <a:r>
              <a:rPr lang="en-US" dirty="0"/>
              <a:t>Space Explorer:</a:t>
            </a:r>
          </a:p>
          <a:p>
            <a:pPr lvl="1"/>
            <a:r>
              <a:rPr lang="en-US" dirty="0"/>
              <a:t>Solar System!</a:t>
            </a:r>
          </a:p>
          <a:p>
            <a:r>
              <a:rPr lang="en-US" dirty="0"/>
              <a:t>Nature Tracker:</a:t>
            </a:r>
          </a:p>
          <a:p>
            <a:pPr lvl="1"/>
            <a:r>
              <a:rPr lang="en-US" dirty="0"/>
              <a:t>Animal Match</a:t>
            </a:r>
          </a:p>
        </p:txBody>
      </p:sp>
    </p:spTree>
    <p:extLst>
      <p:ext uri="{BB962C8B-B14F-4D97-AF65-F5344CB8AC3E}">
        <p14:creationId xmlns:p14="http://schemas.microsoft.com/office/powerpoint/2010/main" val="4249459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C3F71-29AF-2A3E-DD1D-330DB020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Find the 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CF0C8-80DA-BFE2-0A29-D1933DB75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181"/>
            <a:ext cx="10515600" cy="478078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2CEB5C-B470-4F66-FC94-99076A2115CF}"/>
              </a:ext>
            </a:extLst>
          </p:cNvPr>
          <p:cNvSpPr/>
          <p:nvPr/>
        </p:nvSpPr>
        <p:spPr>
          <a:xfrm>
            <a:off x="838200" y="3303639"/>
            <a:ext cx="10515600" cy="28733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Interact Area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E55A44-68D8-EBEE-430D-BF6262C3DBD6}"/>
              </a:ext>
            </a:extLst>
          </p:cNvPr>
          <p:cNvSpPr/>
          <p:nvPr/>
        </p:nvSpPr>
        <p:spPr>
          <a:xfrm>
            <a:off x="4532671" y="1396181"/>
            <a:ext cx="2851355" cy="185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Problem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927614-594B-E03C-ECBC-51A7ED541BA4}"/>
              </a:ext>
            </a:extLst>
          </p:cNvPr>
          <p:cNvSpPr/>
          <p:nvPr/>
        </p:nvSpPr>
        <p:spPr>
          <a:xfrm>
            <a:off x="1657965" y="2413358"/>
            <a:ext cx="2054942" cy="6980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Menu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ED7D20-8E13-966C-5117-9A6717253C6A}"/>
              </a:ext>
            </a:extLst>
          </p:cNvPr>
          <p:cNvSpPr/>
          <p:nvPr/>
        </p:nvSpPr>
        <p:spPr>
          <a:xfrm>
            <a:off x="1657965" y="1523077"/>
            <a:ext cx="2054942" cy="6980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Play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8B6D7E-055B-04A7-B0AC-891948B74CB3}"/>
              </a:ext>
            </a:extLst>
          </p:cNvPr>
          <p:cNvSpPr/>
          <p:nvPr/>
        </p:nvSpPr>
        <p:spPr>
          <a:xfrm>
            <a:off x="8479093" y="1523076"/>
            <a:ext cx="2054942" cy="6980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Timer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ABFF53-5114-A86C-2644-E5E97A9AB6B8}"/>
              </a:ext>
            </a:extLst>
          </p:cNvPr>
          <p:cNvSpPr/>
          <p:nvPr/>
        </p:nvSpPr>
        <p:spPr>
          <a:xfrm>
            <a:off x="8479093" y="2439066"/>
            <a:ext cx="2054942" cy="6980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2974117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C9B2A-12AC-F7D3-48DF-E01BA3C7A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Game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84704-D5D8-E7B8-6EDA-604DAF4F7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Mathland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Count Up!</a:t>
            </a:r>
          </a:p>
          <a:p>
            <a:r>
              <a:rPr lang="en-US" dirty="0"/>
              <a:t>Science Explorer:</a:t>
            </a:r>
          </a:p>
          <a:p>
            <a:pPr lvl="1"/>
            <a:r>
              <a:rPr lang="en-US" dirty="0"/>
              <a:t>Finding Words</a:t>
            </a:r>
          </a:p>
          <a:p>
            <a:r>
              <a:rPr lang="en-US" dirty="0"/>
              <a:t>Nature Tracker:</a:t>
            </a:r>
          </a:p>
          <a:p>
            <a:pPr lvl="1"/>
            <a:r>
              <a:rPr lang="en-US" dirty="0"/>
              <a:t>Word Search!</a:t>
            </a:r>
          </a:p>
          <a:p>
            <a:pPr lvl="1"/>
            <a:r>
              <a:rPr lang="en-US" dirty="0"/>
              <a:t>Word Sort!</a:t>
            </a:r>
          </a:p>
          <a:p>
            <a:r>
              <a:rPr lang="en-US" dirty="0"/>
              <a:t>Space Explorer:</a:t>
            </a:r>
          </a:p>
          <a:p>
            <a:pPr lvl="1"/>
            <a:r>
              <a:rPr lang="en-US" dirty="0"/>
              <a:t>Word Sort!</a:t>
            </a:r>
          </a:p>
          <a:p>
            <a:r>
              <a:rPr lang="en-US" dirty="0"/>
              <a:t>Tech Coder:</a:t>
            </a:r>
          </a:p>
          <a:p>
            <a:pPr lvl="1"/>
            <a:r>
              <a:rPr lang="en-US" dirty="0"/>
              <a:t>Programming Maze</a:t>
            </a:r>
          </a:p>
          <a:p>
            <a:pPr lvl="1"/>
            <a:r>
              <a:rPr lang="en-US" dirty="0"/>
              <a:t>Debug the Word Bot!</a:t>
            </a:r>
          </a:p>
        </p:txBody>
      </p:sp>
    </p:spTree>
    <p:extLst>
      <p:ext uri="{BB962C8B-B14F-4D97-AF65-F5344CB8AC3E}">
        <p14:creationId xmlns:p14="http://schemas.microsoft.com/office/powerpoint/2010/main" val="347392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1D7C4-76AB-90E0-CC2A-06F544AD9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Full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6712B-32DD-88C9-7C2D-112B765B9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579"/>
            <a:ext cx="10515600" cy="4813384"/>
          </a:xfrm>
          <a:ln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FA7A86-5DA0-A1C4-095B-46D2959F0B23}"/>
              </a:ext>
            </a:extLst>
          </p:cNvPr>
          <p:cNvSpPr/>
          <p:nvPr/>
        </p:nvSpPr>
        <p:spPr>
          <a:xfrm>
            <a:off x="838200" y="1363579"/>
            <a:ext cx="10515600" cy="4063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Interact Area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4EA1C9-3E35-6A74-4DF8-D0EE25384372}"/>
              </a:ext>
            </a:extLst>
          </p:cNvPr>
          <p:cNvSpPr/>
          <p:nvPr/>
        </p:nvSpPr>
        <p:spPr>
          <a:xfrm>
            <a:off x="1323668" y="5444799"/>
            <a:ext cx="2054942" cy="6980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Menu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605324-6DB9-B6F6-1CD4-252F8920E5C0}"/>
              </a:ext>
            </a:extLst>
          </p:cNvPr>
          <p:cNvSpPr/>
          <p:nvPr/>
        </p:nvSpPr>
        <p:spPr>
          <a:xfrm>
            <a:off x="3864078" y="5444799"/>
            <a:ext cx="2054942" cy="6980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Timer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BD517B-D988-A1EE-8EFC-02F3EA3981E9}"/>
              </a:ext>
            </a:extLst>
          </p:cNvPr>
          <p:cNvSpPr/>
          <p:nvPr/>
        </p:nvSpPr>
        <p:spPr>
          <a:xfrm>
            <a:off x="6404488" y="5452739"/>
            <a:ext cx="2054942" cy="6980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Goal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54721F-3FCF-7770-C6C0-384DF0C2AD59}"/>
              </a:ext>
            </a:extLst>
          </p:cNvPr>
          <p:cNvSpPr/>
          <p:nvPr/>
        </p:nvSpPr>
        <p:spPr>
          <a:xfrm>
            <a:off x="8809703" y="5444798"/>
            <a:ext cx="2054942" cy="6980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897520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A6C5-85C7-938C-59C2-AABB2FB12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Game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387EC-A474-BB01-5A2B-B9406DF60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Space Explorer:</a:t>
            </a:r>
          </a:p>
          <a:p>
            <a:pPr lvl="1"/>
            <a:r>
              <a:rPr lang="en-US" dirty="0"/>
              <a:t>Word Destroyer!</a:t>
            </a:r>
          </a:p>
          <a:p>
            <a:r>
              <a:rPr lang="en-US" dirty="0"/>
              <a:t>Tech Coder:</a:t>
            </a:r>
          </a:p>
          <a:p>
            <a:pPr lvl="1"/>
            <a:r>
              <a:rPr lang="en-US" dirty="0"/>
              <a:t>Tim’s Password Decoder!</a:t>
            </a:r>
          </a:p>
        </p:txBody>
      </p:sp>
    </p:spTree>
    <p:extLst>
      <p:ext uri="{BB962C8B-B14F-4D97-AF65-F5344CB8AC3E}">
        <p14:creationId xmlns:p14="http://schemas.microsoft.com/office/powerpoint/2010/main" val="1151819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130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Game Layout</vt:lpstr>
      <vt:lpstr>Drag and Drop</vt:lpstr>
      <vt:lpstr>Game Examples</vt:lpstr>
      <vt:lpstr>Find the Answer</vt:lpstr>
      <vt:lpstr>Game Examples</vt:lpstr>
      <vt:lpstr>Full Screen</vt:lpstr>
      <vt:lpstr>Game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Brandon Hogue</dc:creator>
  <cp:lastModifiedBy>Brandon Hogue</cp:lastModifiedBy>
  <cp:revision>1</cp:revision>
  <dcterms:created xsi:type="dcterms:W3CDTF">2025-10-13T03:45:53Z</dcterms:created>
  <dcterms:modified xsi:type="dcterms:W3CDTF">2025-10-13T04:14:41Z</dcterms:modified>
</cp:coreProperties>
</file>