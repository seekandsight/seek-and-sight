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4" r:id="rId7"/>
    <p:sldId id="260" r:id="rId8"/>
    <p:sldId id="265" r:id="rId9"/>
    <p:sldId id="261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57F8-5684-8695-152E-5EFCDF23D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6DAE5-A3C5-7A59-7B5D-EE74442E9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8D7A-CDF5-8985-5DDD-CED24C1C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138CB-4308-9DB5-DF2E-3505263C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7843D-1336-FFCB-73D0-E7B17490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9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B347-6D40-0F6B-9D5C-1A35B111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748DC-4E7B-8123-D51E-A36000170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A4ECB-4D90-4163-972F-66EF5E41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C3ED9-D6DF-5958-8318-5E9E832B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86724-2421-CB90-6D55-9FBB5F9A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5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2FBD-D65A-FCC1-ED13-9E4063C44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6E20E-BEA0-C787-33E0-9B983C9E6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14A63-7259-FCA6-864A-96E57664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9C324-41CB-EDA6-918E-F907B9B2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F0A67-D1D7-7908-FD0E-E88BCDFB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92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0B55D-4F31-8F05-1699-B4C770FF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AC013-357C-9DD0-60E8-170DCD8AF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B4657-FC44-9235-E53E-CF2E0D7D0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2D4E8-0E36-E4E7-7094-05D316FA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E1217-0E5C-CD14-CF58-8539BC88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E2A72-B6B1-1FF0-A85D-CB2731B7D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0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958D-D0E5-6E68-CDDA-2AE26D157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E0D09-1785-6AFE-CF33-9E571131A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5B034-57BC-2A6A-8E77-695FB2007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4C927-0305-6853-E6EE-1CB743D37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9BE48-FF46-277C-0919-04B685AED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4B5C4-671D-0AB0-6626-71195522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7A227-3CCB-D963-78FD-29425206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3FA0F-531B-8F78-BDA3-8C3A22B08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9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5233-0DFA-63B4-8C97-469B2232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EF25E-D4D1-9DDE-BC40-46311AF6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5F9F1-FB74-60EA-B48B-3B3E2D83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22C3E-6005-1CAA-5574-C6AA66D4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C19F7-936C-2E4D-FA65-67AE440C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064B76-A131-B712-0613-D2B159BA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2A3E3-6CDD-C653-26FC-ED05C7F17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68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711B-E65D-E450-4F6E-E7325C86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F658-D297-9BDD-49F6-9013B60B8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6DC10-18EF-5DEE-DB30-BA0946C40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FC4AA-DDC7-5A8D-4F6E-55123CE5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12411-0EC7-AC23-28BD-8C67A612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5B349-911C-3BA4-B078-A7CBE4431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5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B7FD4-1D86-BB2B-A5D3-7E007A5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B0EC9-A49C-E5C2-83AE-56A327BBA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E4E0D-0BDD-304B-702C-8FFAD4FDF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B4533-A8A2-3E20-6D74-F0A194BFD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B3233-4BB3-D7DA-B5E7-C236AE5D0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E8DAF-2336-B78B-0228-FCA0152E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7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848D-E8D9-0FEB-FAF5-059DE3CBB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01704-8044-5748-205D-CF7055441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DCFD8-D39A-0358-902A-6D9AF80F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65D2C-ED79-7BEB-D92C-620BCF13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7C576-EDD1-ECAE-8E0B-23174B59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1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E0DBE-02E8-F0F6-3499-AE62ED27D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8E237-E988-6725-EA84-55F69E1CA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668A0-A765-4B9C-BC25-4BF18B0F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4E3C3-7D35-9E3D-F6DA-F7927EF7A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3FD82-60BE-8126-C6CE-F7AD7DD1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5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2933B-A9A0-04E0-3FF0-66328989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C2B18-5C6B-DA62-EC52-47CC57A57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6A764-99C9-E8A5-4AD7-F628DF744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608C0-A1F7-417D-B451-CA7DA8912D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A11D4-77FC-43FF-3B08-492EA163F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D6577-4F73-4883-EBCC-2D5FF9133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0D571-FE22-459B-9B1A-C5611385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1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2E62-1441-58FB-7DF4-C224084C2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53187"/>
            <a:ext cx="9144000" cy="2351625"/>
          </a:xfrm>
        </p:spPr>
        <p:txBody>
          <a:bodyPr>
            <a:normAutofit fontScale="90000"/>
          </a:bodyPr>
          <a:lstStyle/>
          <a:p>
            <a:r>
              <a:rPr lang="en-US" dirty="0"/>
              <a:t>Seek and Sight</a:t>
            </a:r>
            <a:br>
              <a:rPr lang="en-US" dirty="0"/>
            </a:br>
            <a:r>
              <a:rPr lang="en-US" dirty="0"/>
              <a:t>Game Development</a:t>
            </a:r>
            <a:br>
              <a:rPr lang="en-US" dirty="0"/>
            </a:br>
            <a:r>
              <a:rPr lang="en-US" dirty="0"/>
              <a:t>Brief</a:t>
            </a:r>
          </a:p>
        </p:txBody>
      </p:sp>
    </p:spTree>
    <p:extLst>
      <p:ext uri="{BB962C8B-B14F-4D97-AF65-F5344CB8AC3E}">
        <p14:creationId xmlns:p14="http://schemas.microsoft.com/office/powerpoint/2010/main" val="235097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B51C-EFB7-3EF1-C126-D9ACA6B7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00716" cy="1325563"/>
          </a:xfrm>
        </p:spPr>
        <p:txBody>
          <a:bodyPr/>
          <a:lstStyle/>
          <a:p>
            <a:r>
              <a:rPr lang="en-US" dirty="0"/>
              <a:t>Basic Game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27B2E-5E6F-F94E-4CF1-BA54F57F1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9206" cy="4351338"/>
          </a:xfrm>
        </p:spPr>
        <p:txBody>
          <a:bodyPr/>
          <a:lstStyle/>
          <a:p>
            <a:r>
              <a:rPr lang="en-US" dirty="0"/>
              <a:t>Main Menu/Game Selection</a:t>
            </a:r>
          </a:p>
          <a:p>
            <a:r>
              <a:rPr lang="en-US" dirty="0"/>
              <a:t>Tutorial Scene</a:t>
            </a:r>
          </a:p>
          <a:p>
            <a:r>
              <a:rPr lang="en-US" dirty="0"/>
              <a:t>Game</a:t>
            </a:r>
          </a:p>
          <a:p>
            <a:r>
              <a:rPr lang="en-US" dirty="0"/>
              <a:t>Display Results</a:t>
            </a:r>
          </a:p>
          <a:p>
            <a:r>
              <a:rPr lang="en-US" dirty="0"/>
              <a:t>Main Menu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D47475-4E79-1BEC-2794-881CB77E5E28}"/>
              </a:ext>
            </a:extLst>
          </p:cNvPr>
          <p:cNvSpPr txBox="1">
            <a:spLocks/>
          </p:cNvSpPr>
          <p:nvPr/>
        </p:nvSpPr>
        <p:spPr>
          <a:xfrm>
            <a:off x="6096000" y="365125"/>
            <a:ext cx="450071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Project Setup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D14B35-C571-9A17-BF89-74131A1BF139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5892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Set Main Scene</a:t>
            </a:r>
          </a:p>
          <a:p>
            <a:pPr lvl="1"/>
            <a:r>
              <a:rPr lang="en-US" dirty="0"/>
              <a:t>Project&gt; Project Settings&gt; Application&gt; Run&gt; Main Scene&gt; Change this to the main menu</a:t>
            </a:r>
          </a:p>
          <a:p>
            <a:r>
              <a:rPr lang="en-US" dirty="0"/>
              <a:t>Set Display Size</a:t>
            </a:r>
          </a:p>
          <a:p>
            <a:pPr lvl="1"/>
            <a:r>
              <a:rPr lang="en-US" dirty="0"/>
              <a:t>Project&gt; Project Settings&gt; Display&gt; Window&gt; Viewport Width/Height&gt; Set these to 1920/1080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3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3EA4-268E-A96C-3E84-52C9FF73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Flowchart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79F57A-22B3-9377-8433-92603E4A366A}"/>
              </a:ext>
            </a:extLst>
          </p:cNvPr>
          <p:cNvSpPr/>
          <p:nvPr/>
        </p:nvSpPr>
        <p:spPr>
          <a:xfrm>
            <a:off x="838200" y="1465006"/>
            <a:ext cx="2241755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Menu</a:t>
            </a:r>
          </a:p>
          <a:p>
            <a:pPr algn="ctr"/>
            <a:r>
              <a:rPr lang="en-US" dirty="0"/>
              <a:t>Game Select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FEC9AA-AC02-D28D-FF17-6B09CFC5B939}"/>
              </a:ext>
            </a:extLst>
          </p:cNvPr>
          <p:cNvSpPr/>
          <p:nvPr/>
        </p:nvSpPr>
        <p:spPr>
          <a:xfrm>
            <a:off x="4552335" y="1465005"/>
            <a:ext cx="2241755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81A3E-C20C-9BA8-733B-629B68316C1C}"/>
              </a:ext>
            </a:extLst>
          </p:cNvPr>
          <p:cNvSpPr txBox="1"/>
          <p:nvPr/>
        </p:nvSpPr>
        <p:spPr>
          <a:xfrm>
            <a:off x="3137113" y="1758454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Game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4F8883-875B-86C8-0D83-D02F1A3BA503}"/>
              </a:ext>
            </a:extLst>
          </p:cNvPr>
          <p:cNvSpPr txBox="1"/>
          <p:nvPr/>
        </p:nvSpPr>
        <p:spPr>
          <a:xfrm>
            <a:off x="3405840" y="2227112"/>
            <a:ext cx="820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98A575-2745-F84D-69E4-073DCD3F7210}"/>
              </a:ext>
            </a:extLst>
          </p:cNvPr>
          <p:cNvCxnSpPr>
            <a:cxnSpLocks/>
            <a:stCxn id="10" idx="3"/>
            <a:endCxn id="4" idx="5"/>
          </p:cNvCxnSpPr>
          <p:nvPr/>
        </p:nvCxnSpPr>
        <p:spPr>
          <a:xfrm flipH="1">
            <a:off x="2751658" y="2596444"/>
            <a:ext cx="212897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1D91CB-1DB2-3423-7F6A-B2CA8E715049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 flipV="1">
            <a:off x="3079955" y="2127787"/>
            <a:ext cx="1472380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95AE89F-628F-084B-99A3-CAD4B3CCB949}"/>
              </a:ext>
            </a:extLst>
          </p:cNvPr>
          <p:cNvSpPr/>
          <p:nvPr/>
        </p:nvSpPr>
        <p:spPr>
          <a:xfrm>
            <a:off x="8266470" y="1465004"/>
            <a:ext cx="2241755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10FC05-593D-9F65-835A-9B1773236899}"/>
              </a:ext>
            </a:extLst>
          </p:cNvPr>
          <p:cNvCxnSpPr>
            <a:stCxn id="10" idx="6"/>
            <a:endCxn id="18" idx="2"/>
          </p:cNvCxnSpPr>
          <p:nvPr/>
        </p:nvCxnSpPr>
        <p:spPr>
          <a:xfrm flipV="1">
            <a:off x="6794090" y="2127786"/>
            <a:ext cx="1472380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A390EB6-95E8-38C2-6681-0EA925ABBDD5}"/>
              </a:ext>
            </a:extLst>
          </p:cNvPr>
          <p:cNvCxnSpPr>
            <a:stCxn id="18" idx="4"/>
            <a:endCxn id="4" idx="4"/>
          </p:cNvCxnSpPr>
          <p:nvPr/>
        </p:nvCxnSpPr>
        <p:spPr>
          <a:xfrm rot="5400000">
            <a:off x="5673212" y="-923567"/>
            <a:ext cx="2" cy="7428270"/>
          </a:xfrm>
          <a:prstGeom prst="bentConnector3">
            <a:avLst>
              <a:gd name="adj1" fmla="val 1143010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C09E857-DCDA-4328-61A3-4C582F277007}"/>
              </a:ext>
            </a:extLst>
          </p:cNvPr>
          <p:cNvSpPr txBox="1"/>
          <p:nvPr/>
        </p:nvSpPr>
        <p:spPr>
          <a:xfrm>
            <a:off x="7119975" y="2614314"/>
            <a:ext cx="820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519B96-191A-9475-7998-14D60E3EAE0F}"/>
              </a:ext>
            </a:extLst>
          </p:cNvPr>
          <p:cNvSpPr txBox="1"/>
          <p:nvPr/>
        </p:nvSpPr>
        <p:spPr>
          <a:xfrm>
            <a:off x="7249447" y="177423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Skip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0EC382E-4851-66CA-4747-58A9025E8CA6}"/>
              </a:ext>
            </a:extLst>
          </p:cNvPr>
          <p:cNvSpPr/>
          <p:nvPr/>
        </p:nvSpPr>
        <p:spPr>
          <a:xfrm>
            <a:off x="4552335" y="4311443"/>
            <a:ext cx="2241755" cy="1325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30D376-2035-46EB-42A3-EC8CD4CE9177}"/>
              </a:ext>
            </a:extLst>
          </p:cNvPr>
          <p:cNvCxnSpPr>
            <a:stCxn id="18" idx="5"/>
            <a:endCxn id="30" idx="6"/>
          </p:cNvCxnSpPr>
          <p:nvPr/>
        </p:nvCxnSpPr>
        <p:spPr>
          <a:xfrm flipH="1">
            <a:off x="6794090" y="2596443"/>
            <a:ext cx="3385838" cy="2377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536DBB2-AF38-E4E4-A566-9E579CADE36E}"/>
              </a:ext>
            </a:extLst>
          </p:cNvPr>
          <p:cNvCxnSpPr>
            <a:stCxn id="30" idx="2"/>
            <a:endCxn id="4" idx="3"/>
          </p:cNvCxnSpPr>
          <p:nvPr/>
        </p:nvCxnSpPr>
        <p:spPr>
          <a:xfrm flipH="1" flipV="1">
            <a:off x="1166497" y="2596445"/>
            <a:ext cx="3385838" cy="23777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4617BCA-6BA3-72F4-D66D-6AC99FDA993B}"/>
              </a:ext>
            </a:extLst>
          </p:cNvPr>
          <p:cNvSpPr txBox="1"/>
          <p:nvPr/>
        </p:nvSpPr>
        <p:spPr>
          <a:xfrm>
            <a:off x="8573729" y="3785334"/>
            <a:ext cx="1108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game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16AE03-2BB1-9E94-B24D-A7174F25E6B2}"/>
              </a:ext>
            </a:extLst>
          </p:cNvPr>
          <p:cNvSpPr txBox="1"/>
          <p:nvPr/>
        </p:nvSpPr>
        <p:spPr>
          <a:xfrm>
            <a:off x="2099457" y="3890450"/>
            <a:ext cx="820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A2A69A-7AF0-31DB-D7F6-9E5D0BBD83D8}"/>
              </a:ext>
            </a:extLst>
          </p:cNvPr>
          <p:cNvCxnSpPr>
            <a:stCxn id="30" idx="5"/>
          </p:cNvCxnSpPr>
          <p:nvPr/>
        </p:nvCxnSpPr>
        <p:spPr>
          <a:xfrm>
            <a:off x="6465793" y="5442882"/>
            <a:ext cx="2314413" cy="41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88F638D-5DA1-C634-771B-5DE63DB1FAEB}"/>
              </a:ext>
            </a:extLst>
          </p:cNvPr>
          <p:cNvSpPr txBox="1"/>
          <p:nvPr/>
        </p:nvSpPr>
        <p:spPr>
          <a:xfrm>
            <a:off x="8844819" y="5258215"/>
            <a:ext cx="1335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Results</a:t>
            </a:r>
          </a:p>
        </p:txBody>
      </p:sp>
    </p:spTree>
    <p:extLst>
      <p:ext uri="{BB962C8B-B14F-4D97-AF65-F5344CB8AC3E}">
        <p14:creationId xmlns:p14="http://schemas.microsoft.com/office/powerpoint/2010/main" val="4219670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8890-6FB1-820A-0212-44B5E3A1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Menu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3980E-45C7-DC68-0AB0-44A5B3D57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325564"/>
          </a:xfrm>
        </p:spPr>
        <p:txBody>
          <a:bodyPr/>
          <a:lstStyle/>
          <a:p>
            <a:r>
              <a:rPr lang="en-US" dirty="0"/>
              <a:t>Start Game</a:t>
            </a:r>
          </a:p>
          <a:p>
            <a:r>
              <a:rPr lang="en-US" dirty="0"/>
              <a:t>Display each game with titles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2A57DE-89B8-E486-83FE-BDEC3F0FFCFA}"/>
              </a:ext>
            </a:extLst>
          </p:cNvPr>
          <p:cNvSpPr txBox="1">
            <a:spLocks/>
          </p:cNvSpPr>
          <p:nvPr/>
        </p:nvSpPr>
        <p:spPr>
          <a:xfrm>
            <a:off x="838200" y="33321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Code Structure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EC6E06-BBF5-8FFB-EBBF-B6A1C2273A9F}"/>
              </a:ext>
            </a:extLst>
          </p:cNvPr>
          <p:cNvSpPr txBox="1">
            <a:spLocks/>
          </p:cNvSpPr>
          <p:nvPr/>
        </p:nvSpPr>
        <p:spPr>
          <a:xfrm>
            <a:off x="838200" y="4792615"/>
            <a:ext cx="10515600" cy="1153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Keep code same throughout the games!</a:t>
            </a:r>
          </a:p>
          <a:p>
            <a:r>
              <a:rPr lang="en-US"/>
              <a:t>Game Selection buttons- Change scene to respective game tutorials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70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F6E4-0BEE-F081-52B5-2C1B8EE4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88D9-3759-6144-1855-EB9FECBCE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game related character</a:t>
            </a:r>
          </a:p>
          <a:p>
            <a:r>
              <a:rPr lang="en-US" dirty="0"/>
              <a:t>Introduce the game and what to do. </a:t>
            </a:r>
          </a:p>
          <a:p>
            <a:pPr lvl="1"/>
            <a:r>
              <a:rPr lang="en-US" dirty="0"/>
              <a:t>Include animation of gameplay</a:t>
            </a:r>
          </a:p>
          <a:p>
            <a:r>
              <a:rPr lang="en-US" dirty="0"/>
              <a:t>Button to start game, return to menu: ready regardless of tutorial state.</a:t>
            </a:r>
          </a:p>
          <a:p>
            <a:r>
              <a:rPr lang="en-US" dirty="0"/>
              <a:t>Clear text detailing what to do, with next arrows. </a:t>
            </a:r>
          </a:p>
        </p:txBody>
      </p:sp>
    </p:spTree>
    <p:extLst>
      <p:ext uri="{BB962C8B-B14F-4D97-AF65-F5344CB8AC3E}">
        <p14:creationId xmlns:p14="http://schemas.microsoft.com/office/powerpoint/2010/main" val="369772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AEA17-819E-A427-E9C5-56F0B90E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33633-2E55-38FA-DD06-8D6B33663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code the same across the games!</a:t>
            </a:r>
          </a:p>
          <a:p>
            <a:r>
              <a:rPr lang="en-US" dirty="0"/>
              <a:t>On scene start, play tutorial</a:t>
            </a:r>
          </a:p>
          <a:p>
            <a:r>
              <a:rPr lang="en-US" dirty="0"/>
              <a:t>Button to Return to Menu</a:t>
            </a:r>
          </a:p>
          <a:p>
            <a:pPr lvl="1"/>
            <a:r>
              <a:rPr lang="en-US" dirty="0"/>
              <a:t>Change scene to menu</a:t>
            </a:r>
          </a:p>
          <a:p>
            <a:r>
              <a:rPr lang="en-US" dirty="0"/>
              <a:t>Button to skip</a:t>
            </a:r>
          </a:p>
          <a:p>
            <a:pPr lvl="1"/>
            <a:r>
              <a:rPr lang="en-US" dirty="0"/>
              <a:t>Change scene to game</a:t>
            </a:r>
          </a:p>
          <a:p>
            <a:r>
              <a:rPr lang="en-US" dirty="0"/>
              <a:t>Next Arrows to play next animation section</a:t>
            </a:r>
          </a:p>
        </p:txBody>
      </p:sp>
    </p:spTree>
    <p:extLst>
      <p:ext uri="{BB962C8B-B14F-4D97-AF65-F5344CB8AC3E}">
        <p14:creationId xmlns:p14="http://schemas.microsoft.com/office/powerpoint/2010/main" val="154172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21E43-196B-B877-15B0-7C1D768B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F2A82-E6A1-38D1-DA61-CFDC6B8CF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difficulty, labeled as grade level (Kindergarden-2</a:t>
            </a:r>
            <a:r>
              <a:rPr lang="en-US" baseline="30000" dirty="0"/>
              <a:t>nd</a:t>
            </a:r>
            <a:r>
              <a:rPr lang="en-US" dirty="0"/>
              <a:t> Grade)</a:t>
            </a:r>
          </a:p>
          <a:p>
            <a:r>
              <a:rPr lang="en-US" dirty="0"/>
              <a:t>Set word bank for each grade level</a:t>
            </a:r>
          </a:p>
          <a:p>
            <a:r>
              <a:rPr lang="en-US" dirty="0"/>
              <a:t>Timer, Correct/Incorrect selection tracker</a:t>
            </a:r>
          </a:p>
          <a:p>
            <a:r>
              <a:rPr lang="en-US" dirty="0"/>
              <a:t>Clear drag/control/button area</a:t>
            </a:r>
          </a:p>
          <a:p>
            <a:r>
              <a:rPr lang="en-US" dirty="0"/>
              <a:t>Clear drop/game area</a:t>
            </a:r>
          </a:p>
          <a:p>
            <a:r>
              <a:rPr lang="en-US" dirty="0"/>
              <a:t>Game control section (Pause, Main Menu, etc.)</a:t>
            </a:r>
          </a:p>
        </p:txBody>
      </p:sp>
    </p:spTree>
    <p:extLst>
      <p:ext uri="{BB962C8B-B14F-4D97-AF65-F5344CB8AC3E}">
        <p14:creationId xmlns:p14="http://schemas.microsoft.com/office/powerpoint/2010/main" val="3427445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A1E3-79BC-2299-7082-95754F99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E02A0-5143-5773-565C-848ED82EE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code organized in a similar state across each game</a:t>
            </a:r>
          </a:p>
          <a:p>
            <a:pPr lvl="1"/>
            <a:r>
              <a:rPr lang="en-US" dirty="0"/>
              <a:t>Variables, arrays, button code, etc. </a:t>
            </a:r>
          </a:p>
          <a:p>
            <a:r>
              <a:rPr lang="en-US" dirty="0"/>
              <a:t>Less AI building the code</a:t>
            </a:r>
          </a:p>
          <a:p>
            <a:r>
              <a:rPr lang="en-US" dirty="0"/>
              <a:t>ABSOLUTELY NO EMOJI/SYMBOL IN THE CODE!</a:t>
            </a:r>
          </a:p>
          <a:p>
            <a:pPr lvl="1"/>
            <a:r>
              <a:rPr lang="en-US" dirty="0"/>
              <a:t>This does not display correctly on web</a:t>
            </a:r>
          </a:p>
        </p:txBody>
      </p:sp>
    </p:spTree>
    <p:extLst>
      <p:ext uri="{BB962C8B-B14F-4D97-AF65-F5344CB8AC3E}">
        <p14:creationId xmlns:p14="http://schemas.microsoft.com/office/powerpoint/2010/main" val="317450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C19CB-BD45-4BCD-F0D8-19493FB9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E0652-AB7E-28A9-F348-2F8985C7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 of Game</a:t>
            </a:r>
          </a:p>
          <a:p>
            <a:r>
              <a:rPr lang="en-US" dirty="0"/>
              <a:t>Display results of timer</a:t>
            </a:r>
          </a:p>
          <a:p>
            <a:r>
              <a:rPr lang="en-US" dirty="0"/>
              <a:t>Display correct/incorrect results</a:t>
            </a:r>
          </a:p>
          <a:p>
            <a:r>
              <a:rPr lang="en-US" dirty="0"/>
              <a:t>Regardless of results, post positive message</a:t>
            </a:r>
          </a:p>
          <a:p>
            <a:r>
              <a:rPr lang="en-US" dirty="0"/>
              <a:t>Button to save results, return to main menu</a:t>
            </a:r>
          </a:p>
        </p:txBody>
      </p:sp>
    </p:spTree>
    <p:extLst>
      <p:ext uri="{BB962C8B-B14F-4D97-AF65-F5344CB8AC3E}">
        <p14:creationId xmlns:p14="http://schemas.microsoft.com/office/powerpoint/2010/main" val="284318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8506-5411-99FC-8A03-64377B44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44" y="500062"/>
            <a:ext cx="1885335" cy="132556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200" dirty="0" err="1"/>
              <a:t>Mathland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C9B23-A20F-339B-08EC-559F4F687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44" y="1825625"/>
            <a:ext cx="1885335" cy="4351338"/>
          </a:xfrm>
          <a:ln>
            <a:solidFill>
              <a:schemeClr val="tx1"/>
            </a:solidFill>
          </a:ln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dirty="0"/>
              <a:t>Game 1: Number Match!</a:t>
            </a:r>
          </a:p>
          <a:p>
            <a:pPr fontAlgn="base"/>
            <a:r>
              <a:rPr lang="en-US" dirty="0"/>
              <a:t>Drag the number to its spelled out version.</a:t>
            </a:r>
          </a:p>
          <a:p>
            <a:pPr marL="0" indent="0" fontAlgn="base">
              <a:buNone/>
            </a:pPr>
            <a:r>
              <a:rPr lang="en-US" dirty="0"/>
              <a:t>Game 2: Shape Match!</a:t>
            </a:r>
          </a:p>
          <a:p>
            <a:pPr fontAlgn="base"/>
            <a:r>
              <a:rPr lang="en-US" dirty="0"/>
              <a:t>Drag the shape to its spelled out version. </a:t>
            </a:r>
          </a:p>
          <a:p>
            <a:pPr marL="0" indent="0" fontAlgn="base">
              <a:buNone/>
            </a:pPr>
            <a:r>
              <a:rPr lang="en-US" dirty="0"/>
              <a:t>Game 3: Count Up!</a:t>
            </a:r>
          </a:p>
          <a:p>
            <a:pPr fontAlgn="base"/>
            <a:r>
              <a:rPr lang="en-US" dirty="0"/>
              <a:t>Click the numbers in order, all the way to the target number.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E3B45D-B627-4D59-427D-CCC3C1B7FDC3}"/>
              </a:ext>
            </a:extLst>
          </p:cNvPr>
          <p:cNvSpPr txBox="1">
            <a:spLocks/>
          </p:cNvSpPr>
          <p:nvPr/>
        </p:nvSpPr>
        <p:spPr>
          <a:xfrm>
            <a:off x="2310579" y="500062"/>
            <a:ext cx="1885335" cy="13255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Engineer’s Workshop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7E77FA-6F5D-9B8F-BE09-23D3B86D85BF}"/>
              </a:ext>
            </a:extLst>
          </p:cNvPr>
          <p:cNvSpPr txBox="1">
            <a:spLocks/>
          </p:cNvSpPr>
          <p:nvPr/>
        </p:nvSpPr>
        <p:spPr>
          <a:xfrm>
            <a:off x="2310579" y="1825625"/>
            <a:ext cx="1885335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dirty="0"/>
              <a:t>Game 1: Building Tower!</a:t>
            </a:r>
          </a:p>
          <a:p>
            <a:pPr fontAlgn="base"/>
            <a:r>
              <a:rPr lang="en-US" dirty="0"/>
              <a:t>Listen to the word and then drag its block to the ‘Drag Here’ area.</a:t>
            </a:r>
          </a:p>
          <a:p>
            <a:pPr marL="0" indent="0" fontAlgn="base">
              <a:buNone/>
            </a:pPr>
            <a:r>
              <a:rPr lang="en-US" dirty="0"/>
              <a:t>Game 2: Match the Tools!</a:t>
            </a:r>
          </a:p>
          <a:p>
            <a:pPr fontAlgn="base"/>
            <a:r>
              <a:rPr lang="en-US" dirty="0"/>
              <a:t>Drag the tool to its name.</a:t>
            </a:r>
          </a:p>
          <a:p>
            <a:pPr marL="0" indent="0" fontAlgn="base">
              <a:buNone/>
            </a:pPr>
            <a:r>
              <a:rPr lang="en-US" dirty="0"/>
              <a:t>Game 3: Fix the Bridge!</a:t>
            </a:r>
          </a:p>
          <a:p>
            <a:pPr fontAlgn="base"/>
            <a:r>
              <a:rPr lang="en-US" dirty="0"/>
              <a:t>Listen to the word then drag its block to fix the bridge.</a:t>
            </a:r>
          </a:p>
          <a:p>
            <a:pPr marL="0" indent="0" fontAlgn="base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FCBCCC-481F-F358-05F2-FA4E01562CE5}"/>
              </a:ext>
            </a:extLst>
          </p:cNvPr>
          <p:cNvSpPr txBox="1">
            <a:spLocks/>
          </p:cNvSpPr>
          <p:nvPr/>
        </p:nvSpPr>
        <p:spPr>
          <a:xfrm>
            <a:off x="4195914" y="500062"/>
            <a:ext cx="1885335" cy="13255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Science Explorer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3DA93D-AF6A-927D-0FCB-58CD5A14CD45}"/>
              </a:ext>
            </a:extLst>
          </p:cNvPr>
          <p:cNvSpPr txBox="1">
            <a:spLocks/>
          </p:cNvSpPr>
          <p:nvPr/>
        </p:nvSpPr>
        <p:spPr>
          <a:xfrm>
            <a:off x="4195914" y="1825625"/>
            <a:ext cx="1885335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dirty="0"/>
              <a:t>Game 1: Potion Mixing!</a:t>
            </a:r>
          </a:p>
          <a:p>
            <a:pPr fontAlgn="base"/>
            <a:r>
              <a:rPr lang="en-US" dirty="0"/>
              <a:t>Listen to the word and then spell it out with the potions.</a:t>
            </a:r>
          </a:p>
          <a:p>
            <a:pPr marL="0" indent="0" fontAlgn="base">
              <a:buNone/>
            </a:pPr>
            <a:r>
              <a:rPr lang="en-US" dirty="0"/>
              <a:t>Game 2: Plant Parts!</a:t>
            </a:r>
          </a:p>
          <a:p>
            <a:pPr fontAlgn="base"/>
            <a:r>
              <a:rPr lang="en-US" dirty="0"/>
              <a:t>Label the parts of the plant.</a:t>
            </a:r>
          </a:p>
          <a:p>
            <a:pPr marL="0" indent="0" fontAlgn="base">
              <a:buNone/>
            </a:pPr>
            <a:r>
              <a:rPr lang="en-US" dirty="0"/>
              <a:t>Game 3: Finding Words!</a:t>
            </a:r>
          </a:p>
          <a:p>
            <a:pPr fontAlgn="base"/>
            <a:r>
              <a:rPr lang="en-US" dirty="0"/>
              <a:t>Listen to the word then find it in the sand.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8B511A-5108-30B2-3B1D-CCCB4EC9CBD5}"/>
              </a:ext>
            </a:extLst>
          </p:cNvPr>
          <p:cNvSpPr txBox="1">
            <a:spLocks/>
          </p:cNvSpPr>
          <p:nvPr/>
        </p:nvSpPr>
        <p:spPr>
          <a:xfrm>
            <a:off x="6081249" y="500062"/>
            <a:ext cx="1885335" cy="13255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Tech Coder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6EF99B-DCEA-1200-4E93-F0886BFE9AC3}"/>
              </a:ext>
            </a:extLst>
          </p:cNvPr>
          <p:cNvSpPr txBox="1">
            <a:spLocks/>
          </p:cNvSpPr>
          <p:nvPr/>
        </p:nvSpPr>
        <p:spPr>
          <a:xfrm>
            <a:off x="6081249" y="1825625"/>
            <a:ext cx="1885335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dirty="0"/>
              <a:t>Game 1: Programming Maze!</a:t>
            </a:r>
          </a:p>
          <a:p>
            <a:pPr fontAlgn="base"/>
            <a:r>
              <a:rPr lang="en-US" dirty="0"/>
              <a:t>Get Techie Tim out of the maze.</a:t>
            </a:r>
          </a:p>
          <a:p>
            <a:pPr marL="0" indent="0" fontAlgn="base">
              <a:buNone/>
            </a:pPr>
            <a:r>
              <a:rPr lang="en-US" dirty="0"/>
              <a:t>Game 2: Debug the Word Bot!</a:t>
            </a:r>
          </a:p>
          <a:p>
            <a:pPr fontAlgn="base"/>
            <a:r>
              <a:rPr lang="en-US" dirty="0"/>
              <a:t>Solve the jumbled word.</a:t>
            </a:r>
          </a:p>
          <a:p>
            <a:pPr marL="0" indent="0" fontAlgn="base">
              <a:buNone/>
            </a:pPr>
            <a:r>
              <a:rPr lang="en-US" dirty="0"/>
              <a:t>Game 3: Tim’s Password Decoder!</a:t>
            </a:r>
          </a:p>
          <a:p>
            <a:pPr fontAlgn="base"/>
            <a:r>
              <a:rPr lang="en-US" dirty="0"/>
              <a:t>Use the clues to find the correct word.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22AE2F-28A4-0163-C1BA-BE5B68D72F80}"/>
              </a:ext>
            </a:extLst>
          </p:cNvPr>
          <p:cNvSpPr txBox="1">
            <a:spLocks/>
          </p:cNvSpPr>
          <p:nvPr/>
        </p:nvSpPr>
        <p:spPr>
          <a:xfrm>
            <a:off x="7966584" y="500062"/>
            <a:ext cx="1885335" cy="13255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Nature Tracker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CEC0E7A-5AF9-F40C-C64E-02B3BF405FB2}"/>
              </a:ext>
            </a:extLst>
          </p:cNvPr>
          <p:cNvSpPr txBox="1">
            <a:spLocks/>
          </p:cNvSpPr>
          <p:nvPr/>
        </p:nvSpPr>
        <p:spPr>
          <a:xfrm>
            <a:off x="7966584" y="1825625"/>
            <a:ext cx="1885335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dirty="0"/>
              <a:t>Game 1: Animal Match!</a:t>
            </a:r>
          </a:p>
          <a:p>
            <a:pPr fontAlgn="base"/>
            <a:r>
              <a:rPr lang="en-US" dirty="0"/>
              <a:t>Match the animals to their names.</a:t>
            </a:r>
          </a:p>
          <a:p>
            <a:pPr marL="0" indent="0" fontAlgn="base">
              <a:buNone/>
            </a:pPr>
            <a:r>
              <a:rPr lang="en-US" dirty="0"/>
              <a:t>Game 2: Word Search!</a:t>
            </a:r>
          </a:p>
          <a:p>
            <a:pPr fontAlgn="base"/>
            <a:r>
              <a:rPr lang="en-US" dirty="0"/>
              <a:t>Find the hidden words.</a:t>
            </a:r>
          </a:p>
          <a:p>
            <a:pPr marL="0" indent="0" fontAlgn="base">
              <a:buNone/>
            </a:pPr>
            <a:r>
              <a:rPr lang="en-US" dirty="0"/>
              <a:t>Game 3: Word Sort!</a:t>
            </a:r>
          </a:p>
          <a:p>
            <a:pPr fontAlgn="base"/>
            <a:r>
              <a:rPr lang="en-US" dirty="0"/>
              <a:t>Sort the words into the correct categories.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7B41BF1-4421-74CE-FDF1-C4116AB5C217}"/>
              </a:ext>
            </a:extLst>
          </p:cNvPr>
          <p:cNvSpPr txBox="1">
            <a:spLocks/>
          </p:cNvSpPr>
          <p:nvPr/>
        </p:nvSpPr>
        <p:spPr>
          <a:xfrm>
            <a:off x="9851919" y="500062"/>
            <a:ext cx="1885335" cy="13255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Space Explorer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C9F0325-55BC-B029-7A3A-425444755BEB}"/>
              </a:ext>
            </a:extLst>
          </p:cNvPr>
          <p:cNvSpPr txBox="1">
            <a:spLocks/>
          </p:cNvSpPr>
          <p:nvPr/>
        </p:nvSpPr>
        <p:spPr>
          <a:xfrm>
            <a:off x="9851919" y="1825625"/>
            <a:ext cx="1885335" cy="43513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dirty="0"/>
              <a:t>Game 1: Solar System!</a:t>
            </a:r>
          </a:p>
          <a:p>
            <a:pPr fontAlgn="base"/>
            <a:r>
              <a:rPr lang="en-US" dirty="0"/>
              <a:t>Match the space objects to their names.</a:t>
            </a:r>
          </a:p>
          <a:p>
            <a:pPr marL="0" indent="0" fontAlgn="base">
              <a:buNone/>
            </a:pPr>
            <a:r>
              <a:rPr lang="en-US" dirty="0"/>
              <a:t>Game 2: Word Sort!</a:t>
            </a:r>
          </a:p>
          <a:p>
            <a:pPr fontAlgn="base"/>
            <a:r>
              <a:rPr lang="en-US" dirty="0"/>
              <a:t>Sort the words into the correct categories.</a:t>
            </a:r>
          </a:p>
          <a:p>
            <a:pPr marL="0" indent="0" fontAlgn="base">
              <a:buNone/>
            </a:pPr>
            <a:r>
              <a:rPr lang="en-US" dirty="0"/>
              <a:t>Game 3: Word Destroyer!</a:t>
            </a:r>
          </a:p>
          <a:p>
            <a:pPr fontAlgn="base"/>
            <a:r>
              <a:rPr lang="en-US" dirty="0" err="1"/>
              <a:t>Destory</a:t>
            </a:r>
            <a:r>
              <a:rPr lang="en-US" dirty="0"/>
              <a:t> the incorrect words.</a:t>
            </a:r>
          </a:p>
        </p:txBody>
      </p:sp>
    </p:spTree>
    <p:extLst>
      <p:ext uri="{BB962C8B-B14F-4D97-AF65-F5344CB8AC3E}">
        <p14:creationId xmlns:p14="http://schemas.microsoft.com/office/powerpoint/2010/main" val="1054934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604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Seek and Sight Game Development Brief</vt:lpstr>
      <vt:lpstr>Basic Game Loop</vt:lpstr>
      <vt:lpstr>Game Flowchart</vt:lpstr>
      <vt:lpstr>Main Menu</vt:lpstr>
      <vt:lpstr>Tutorial Scene</vt:lpstr>
      <vt:lpstr>Code Structure</vt:lpstr>
      <vt:lpstr>Game</vt:lpstr>
      <vt:lpstr>Code Structure</vt:lpstr>
      <vt:lpstr>Display Results</vt:lpstr>
      <vt:lpstr>Mathland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Hogue</dc:creator>
  <cp:lastModifiedBy>Brandon Hogue</cp:lastModifiedBy>
  <cp:revision>1</cp:revision>
  <dcterms:created xsi:type="dcterms:W3CDTF">2025-10-12T03:05:26Z</dcterms:created>
  <dcterms:modified xsi:type="dcterms:W3CDTF">2025-10-12T03:53:55Z</dcterms:modified>
</cp:coreProperties>
</file>